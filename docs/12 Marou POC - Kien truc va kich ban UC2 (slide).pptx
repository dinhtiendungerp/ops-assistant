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 id="322" r:id="rId5"/>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CHUNG" id="{8318EECC-B4C2-4F91-9EE5-B0D715A63650}">
          <p14:sldIdLst>
            <p14:sldId id="294"/>
            <p14:sldId id="257"/>
          </p14:sldIdLst>
        </p14:section>
        <p14:section name="UC2 — Inventory Health &amp; Traceability" id="{47360034-2520-4225-A8DD-54B4BD427200}">
          <p14:sldIdLst>
            <p14:sldId id="258"/>
            <p14:sldId id="259"/>
            <p14:sldId id="293"/>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TEMPLATE — Nội dung bổ sung" id="{756DBB2A-0CEC-4A18-95CF-C17217F538B8}">
          <p14:sldIdLst>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Tự động hóa hai chiều đã chạy: đây chính là vấn đề số 3 trong khảo sát của Marou. Dùng Intercompany chuẩn của Business Central,</a:t>
            </a:r>
          </a:p>
          <a:p>
            <a:r>
              <a:t>bật được vì hai company chung một môi trường. Người mua bấm "Gửi đơn sang Marou" trên thẻ; BC release đơn mua, đẩy sang hộp thư của</a:t>
            </a:r>
          </a:p>
          <a:p>
            <a:r>
              <a:t>company kia, và bên đó tự tạo Sales Order. Bằng chứng: đơn HO106200 bên Dakao thành S90013 bên Marou, khách hàng DAKAO, cùng mặt hàng</a:t>
            </a:r>
          </a:p>
          <a:p>
            <a:r>
              <a:t>và số lượng.</a:t>
            </a:r>
          </a:p>
          <a:p>
            <a:r>
              <a:t>Ranh giới vẫn giữ: trợ lý không tự bấm gửi, vì gửi kéo theo release đơn, đó là quyết định của người mua.</a:t>
            </a:r>
          </a:p>
          <a:p>
            <a:r>
              <a:t>Kho xuất hàng bên Marou đã chốt là W0003, gán trên khách hàng DAKAO nên mọi đơn bán liên công ty đều có sẵn địa điểm xuất.</a:t>
            </a:r>
          </a:p>
          <a:p>
            <a:r>
              <a:t>Chuyện tự động post hai đầu: anh Dũng đã chốt, và slide kịch bản 16 diễn chi tiết. Bên Marou không tự động gì cả; bên Dakao thì trợ lý</a:t>
            </a:r>
          </a:p>
          <a:p>
            <a:r>
              <a:t>báo và nhắc, còn việc post phiếu nhận chỉ xảy ra sau khi có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Điểm kỹ thuật đáng nói nếu khách là người làm nghề: phiếu nhận bên Dakao mang đúng số lô mà Marou đã xuất, đọc từ sổ kho của công ty bên</a:t>
            </a:r>
          </a:p>
          <a:p>
            <a:r>
              <a:t>kia chứ không bịa. Nhờ vậy truy xuất được cả chuỗi từ lô sản xuất ở Marou tới lô đang nằm ở cửa hàng.</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bằng chứng, dành cho người hỏi "cái này chạy thật hay chỉ là slide".</a:t>
            </a:r>
          </a:p>
          <a:p>
            <a:r>
              <a:t>Bên trái là email trợ lý tự soạn và tự gửi khi phát hiện Marou đã post xuất kho. Danh sách đơn, mặt hàng, số lượng và link mở đơn</a:t>
            </a:r>
          </a:p>
          <a:p>
            <a:r>
              <a:t>đều do code điền từ Business Central. Chỉ ra chỗ quan trọng: email này KHÔNG có số lô, vì Dakao là bán lẻ, số lô không phải việc</a:t>
            </a:r>
          </a:p>
          <a:p>
            <a:r>
              <a:t>của cửa hàng. Số lô chỉ hiện ở thẻ người duyệt, nơi cần biết Business Central sẽ ghi lô nào vào phiếu nhận.</a:t>
            </a:r>
          </a:p>
          <a:p>
            <a:r>
              <a:t>Bên phải là một đơn khác đã đi hết bốn bước, để thấy vòng khép kín chứ không dừng ở chỗ gửi thông báo.</a:t>
            </a:r>
          </a:p>
          <a:p>
            <a:r>
              <a:t>Điểm đáng nhấn ở bước 4: phiếu nhận mang đúng lô mà Marou đã xuất, đọc từ sổ kho của công ty bên kia chứ không bịa. Nhờ vậy truy</a:t>
            </a:r>
          </a:p>
          <a:p>
            <a:r>
              <a:t>được cả chuỗi từ lô sản xuất ở Marou tới lô đang nằm ở cửa hàng.</a:t>
            </a:r>
          </a:p>
          <a:p>
            <a:r>
              <a:t>Nếu khách để ý và hỏi hạn dùng của lô L260908-33110B: nói thẳng là phiếu đó post trước khi chúng tôi sửa quy tắc chọn lô, lúc đó</a:t>
            </a:r>
          </a:p>
          <a:p>
            <a:r>
              <a:t>hệ thống lấy lô hạn gần nhất nên vớ phải một lô đã quá hạn trong bộ dữ liệu demo. Đã sửa, giờ ưu tiên lô còn hạn, lô quá hạn chỉ</a:t>
            </a:r>
          </a:p>
          <a:p>
            <a:r>
              <a:t>dùng khi không còn gì khác. Đây là lỗi tìm ra khi chạy thật, và cách sửa cho thấy quy trình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 BC tạo Purchase Order</a:t>
            </a:r>
          </a:p>
          <a:p>
            <a:pPr algn="l">
              <a:lnSpc>
                <a:spcPct val="105000"/>
              </a:lnSpc>
              <a:spcAft>
                <a:spcPts val="500"/>
              </a:spcAft>
            </a:pPr>
            <a:r>
              <a:rPr sz="1800" b="0">
                <a:solidFill>
                  <a:srgbClr val="333333"/>
                </a:solidFill>
                <a:latin typeface="Aptos"/>
              </a:rPr>
              <a:t>Người mua bấm Gửi đơn: sang Marou thành Sales Order</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trọn vòng: đơn mua HO106201 ở Dakao, thành đơn bán S90014 bên Marou, xuất kho phiếu 102043, nhận hàng phiếu 107110.</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Intercompany chuẩn của Business Central: IC Partner hai chiều, tự gửi và tự nhận. Đơn bán sinh ra ở trạng thái chưa post; người kho Marou xuất hàng như đơn thường.</a:t>
            </a:r>
          </a:p>
          <a:p>
            <a:pPr algn="l">
              <a:spcAft>
                <a:spcPts val="400"/>
              </a:spcAft>
            </a:pPr>
            <a:r>
              <a:rPr sz="1900" b="0">
                <a:solidFill>
                  <a:srgbClr val="333333"/>
                </a:solidFill>
                <a:latin typeface="Aptos"/>
              </a:rPr>
              <a:t>Người dùng chọn đơn vị ngay trên giao diện; thẻ và link mở đúng company trong Business Central.</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chứng từ AGENT-95, 4 Tiramisu lô L260910-33130 tại S0010.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sinh ra mang đúng lô bên bán đã xuất</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 cùng số lô.</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 · BẰNG CHỨNG</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Đã chạy thật trên Business Central</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Bên trái là email trợ lý gửi khi Marou vừa xuất kho. Bên phải là một đơn khác đã đi hết vòng.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2-email-lien-cong-ty.png"/>
          <p:cNvPicPr>
            <a:picLocks noChangeAspect="1"/>
          </p:cNvPicPr>
          <p:nvPr/>
        </p:nvPicPr>
        <p:blipFill>
          <a:blip r:embed="rId2"/>
          <a:stretch>
            <a:fillRect/>
          </a:stretch>
        </p:blipFill>
        <p:spPr>
          <a:xfrm>
            <a:off x="1168239" y="2395728"/>
            <a:ext cx="7447601" cy="4572000"/>
          </a:xfrm>
          <a:prstGeom prst="rect">
            <a:avLst/>
          </a:prstGeom>
        </p:spPr>
      </p:pic>
      <p:sp>
        <p:nvSpPr>
          <p:cNvPr id="7" name="TextBox 6"/>
          <p:cNvSpPr txBox="1"/>
          <p:nvPr/>
        </p:nvSpPr>
        <p:spPr>
          <a:xfrm>
            <a:off x="9052560" y="2395728"/>
            <a:ext cx="571500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Đơn HO106201 đi hết bốn bước</a:t>
            </a:r>
          </a:p>
        </p:txBody>
      </p:sp>
      <p:sp>
        <p:nvSpPr>
          <p:cNvPr id="8" name="Rectangle 7"/>
          <p:cNvSpPr/>
          <p:nvPr/>
        </p:nvSpPr>
        <p:spPr>
          <a:xfrm>
            <a:off x="9052560" y="2944368"/>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53728" y="3026664"/>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1 · Dakao đặt mua</a:t>
            </a:r>
          </a:p>
        </p:txBody>
      </p:sp>
      <p:sp>
        <p:nvSpPr>
          <p:cNvPr id="10" name="TextBox 9"/>
          <p:cNvSpPr txBox="1"/>
          <p:nvPr/>
        </p:nvSpPr>
        <p:spPr>
          <a:xfrm>
            <a:off x="9253728" y="3337560"/>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Purchase Order HO106201, 2 Croissant chocolate, giao Quán cà phê Đà Nẵng</a:t>
            </a:r>
          </a:p>
        </p:txBody>
      </p:sp>
      <p:sp>
        <p:nvSpPr>
          <p:cNvPr id="11" name="Rectangle 10"/>
          <p:cNvSpPr/>
          <p:nvPr/>
        </p:nvSpPr>
        <p:spPr>
          <a:xfrm>
            <a:off x="9052560" y="3877056"/>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53728" y="3959352"/>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2 · Sang Marou</a:t>
            </a:r>
          </a:p>
        </p:txBody>
      </p:sp>
      <p:sp>
        <p:nvSpPr>
          <p:cNvPr id="13" name="TextBox 12"/>
          <p:cNvSpPr txBox="1"/>
          <p:nvPr/>
        </p:nvSpPr>
        <p:spPr>
          <a:xfrm>
            <a:off x="9253728" y="4270248"/>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Intercompany tạo Sales Order S90014, khách hàng DAKAO, xuất từ kho W0003</a:t>
            </a:r>
          </a:p>
        </p:txBody>
      </p:sp>
      <p:sp>
        <p:nvSpPr>
          <p:cNvPr id="14" name="Rectangle 13"/>
          <p:cNvSpPr/>
          <p:nvPr/>
        </p:nvSpPr>
        <p:spPr>
          <a:xfrm>
            <a:off x="9052560" y="4809744"/>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4892040"/>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3 · Marou xuất kho</a:t>
            </a:r>
          </a:p>
        </p:txBody>
      </p:sp>
      <p:sp>
        <p:nvSpPr>
          <p:cNvPr id="16" name="TextBox 15"/>
          <p:cNvSpPr txBox="1"/>
          <p:nvPr/>
        </p:nvSpPr>
        <p:spPr>
          <a:xfrm>
            <a:off x="9253728" y="5202936"/>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Phiếu giao hàng 102043, lô L260908-33110B</a:t>
            </a:r>
          </a:p>
        </p:txBody>
      </p:sp>
      <p:sp>
        <p:nvSpPr>
          <p:cNvPr id="17" name="Rectangle 16"/>
          <p:cNvSpPr/>
          <p:nvPr/>
        </p:nvSpPr>
        <p:spPr>
          <a:xfrm>
            <a:off x="9052560" y="5742432"/>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53728" y="5824728"/>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4 · Dakao nhận hàng</a:t>
            </a:r>
          </a:p>
        </p:txBody>
      </p:sp>
      <p:sp>
        <p:nvSpPr>
          <p:cNvPr id="19" name="TextBox 18"/>
          <p:cNvSpPr txBox="1"/>
          <p:nvPr/>
        </p:nvSpPr>
        <p:spPr>
          <a:xfrm>
            <a:off x="9253728" y="6135624"/>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Người duyệt bấm Duyệt, Business Central post phiếu nhận 107110, cùng lô đó</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Email gửi thật qua SMTP, không phải ảnh dựng. Số chứng từ đọc lại từ Business Central ngày 16/09/2026.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 việc Marou đang phải thuê người làm</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