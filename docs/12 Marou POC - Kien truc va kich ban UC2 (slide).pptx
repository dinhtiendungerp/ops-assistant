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Điểm kỹ thuật đáng nói nếu khách là người làm nghề: phiếu nhận bên Dakao mang đúng số lô mà Marou đã xuất, đọc từ sổ kho của công ty bên</a:t>
            </a:r>
          </a:p>
          <a:p>
            <a:r>
              <a:t>kia chứ không bịa. Nhờ vậy truy xuất được cả chuỗi từ lô sản xuất ở Marou tới lô đang nằm ở cửa hàng.</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chụp trong hộp thư thật. Danh sách đơn, mặt hàng,</a:t>
            </a:r>
          </a:p>
          <a:p>
            <a:r>
              <a:t>số lượng và link mở đơn đều do code điền từ Business Central. Chỉ ra chỗ quan trọng: email này KHÔNG có số lô, vì Dakao là bán lẻ,</a:t>
            </a:r>
          </a:p>
          <a:p>
            <a:r>
              <a:t>số lô không phải việc của cửa hàng. Số lô chỉ hiện ở thẻ người duyệt, nơi cần biết Business Central sẽ ghi lô nào vào phiếu nhận.</a:t>
            </a:r>
          </a:p>
          <a:p>
            <a:r>
              <a:t>Bên phải là phiếu nhận 107110 trong Business Central, của một đơn khác đã đi hết vòng. Nó cho thấy trợ lý post thật chứ không</a:t>
            </a:r>
          </a:p>
          <a:p>
            <a:r>
              <a:t>dừng ở chỗ gửi thông báo. Dòng dưới hai ảnh kể lại cả bốn bước của đơn đó.</a:t>
            </a:r>
          </a:p>
          <a:p>
            <a:r>
              <a:t>Điểm đáng nhấn: phiếu nhận mang đúng lô mà Marou đã xuất, đọc từ sổ kho của công ty bên kia chứ không bịa. Nhờ vậy truy được cả</a:t>
            </a:r>
          </a:p>
          <a:p>
            <a:r>
              <a:t>chuỗi từ lô sản xuất ở Marou tới lô đang nằm ở cửa hàng.</a:t>
            </a:r>
          </a:p>
          <a:p>
            <a:r>
              <a:t>Nếu khách để ý địa chỉ người gửi là một hộp thư Gmail: nói thẳng là môi trường demo trên tenant thử nghiệm không có license</a:t>
            </a:r>
          </a:p>
          <a:p>
            <a:r>
              <a:t>Exchange Online nên POC gửi qua SMTP. Khi triển khai thật, thư đi bằng hộp thư của Marou, cấu hình một lần, không đụng vào code.</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sinh ra mang đúng lô bên bán đã xuất</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 cùng số lô.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Trái: email trợ lý gửi khi Marou vừa xuất kho. Phải: phiếu nhận Business Central post sau khi có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766562" y="2304288"/>
            <a:ext cx="5336555" cy="4224528"/>
          </a:xfrm>
          <a:prstGeom prst="rect">
            <a:avLst/>
          </a:prstGeom>
        </p:spPr>
      </p:pic>
      <p:pic>
        <p:nvPicPr>
          <p:cNvPr id="7" name="Picture 6" descr="uc2ai-13-phieu-nhan-cat.png"/>
          <p:cNvPicPr>
            <a:picLocks noChangeAspect="1"/>
          </p:cNvPicPr>
          <p:nvPr/>
        </p:nvPicPr>
        <p:blipFill>
          <a:blip r:embed="rId3"/>
          <a:stretch>
            <a:fillRect/>
          </a:stretch>
        </p:blipFill>
        <p:spPr>
          <a:xfrm>
            <a:off x="8092440" y="2309982"/>
            <a:ext cx="6675120" cy="4213139"/>
          </a:xfrm>
          <a:prstGeom prst="rect">
            <a:avLst/>
          </a:prstGeom>
        </p:spPr>
      </p:pic>
      <p:sp>
        <p:nvSpPr>
          <p:cNvPr id="8" name="TextBox 7"/>
          <p:cNvSpPr txBox="1"/>
          <p:nvPr/>
        </p:nvSpPr>
        <p:spPr>
          <a:xfrm>
            <a:off x="1097280" y="6656832"/>
            <a:ext cx="13670280" cy="384048"/>
          </a:xfrm>
          <a:prstGeom prst="rect">
            <a:avLst/>
          </a:prstGeom>
          <a:noFill/>
        </p:spPr>
        <p:txBody>
          <a:bodyPr wrap="square" lIns="0" rIns="0" tIns="0" bIns="0">
            <a:spAutoFit/>
          </a:bodyPr>
          <a:lstStyle/>
          <a:p>
            <a:pPr algn="l">
              <a:spcAft>
                <a:spcPts val="600"/>
              </a:spcAft>
            </a:pPr>
            <a:r>
              <a:rPr sz="2100" b="1">
                <a:solidFill>
                  <a:srgbClr val="001F60"/>
                </a:solidFill>
                <a:latin typeface="Aptos"/>
              </a:rPr>
              <a:t>Một đơn đi hết vòng</a:t>
            </a:r>
          </a:p>
        </p:txBody>
      </p:sp>
      <p:sp>
        <p:nvSpPr>
          <p:cNvPr id="9" name="TextBox 8"/>
          <p:cNvSpPr txBox="1"/>
          <p:nvPr/>
        </p:nvSpPr>
        <p:spPr>
          <a:xfrm>
            <a:off x="1097280" y="7040880"/>
            <a:ext cx="13670280" cy="530352"/>
          </a:xfrm>
          <a:prstGeom prst="rect">
            <a:avLst/>
          </a:prstGeom>
          <a:noFill/>
        </p:spPr>
        <p:txBody>
          <a:bodyPr wrap="square" lIns="0" rIns="0" tIns="0" bIns="0">
            <a:spAutoFit/>
          </a:bodyPr>
          <a:lstStyle/>
          <a:p>
            <a:pPr algn="l">
              <a:lnSpc>
                <a:spcPct val="95000"/>
              </a:lnSpc>
              <a:spcAft>
                <a:spcPts val="200"/>
              </a:spcAft>
            </a:pPr>
            <a:r>
              <a:rPr sz="1800" b="0">
                <a:solidFill>
                  <a:srgbClr val="333333"/>
                </a:solidFill>
                <a:latin typeface="Aptos"/>
              </a:rPr>
              <a:t>Đơn mua HO106201 ở Dakao sang Marou thành đơn bán S90014, Marou xuất kho phiếu 102043 lô L260908-33110B.</a:t>
            </a:r>
          </a:p>
          <a:p>
            <a:pPr algn="l">
              <a:lnSpc>
                <a:spcPct val="95000"/>
              </a:lnSpc>
              <a:spcAft>
                <a:spcPts val="200"/>
              </a:spcAft>
            </a:pPr>
            <a:r>
              <a:rPr sz="1800" b="0">
                <a:solidFill>
                  <a:srgbClr val="333333"/>
                </a:solidFill>
                <a:latin typeface="Aptos"/>
              </a:rPr>
              <a:t>Người duyệt bấm Duyệt thì Business Central post phiếu nhận 107110 tại cửa hàng, mang đúng lô đó.</a:t>
            </a:r>
          </a:p>
        </p:txBody>
      </p:sp>
      <p:sp>
        <p:nvSpPr>
          <p:cNvPr id="10" name="Rectangle 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Hai ảnh chụp trên môi trường demo NWV01 ngày 16/09/2026. Email gửi thật qua SMTP.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